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48" d="100"/>
          <a:sy n="48" d="100"/>
        </p:scale>
        <p:origin x="53" y="70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endParaRPr lang="en-US"/>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0039" y="640080"/>
            <a:ext cx="3429855" cy="5613236"/>
          </a:xfrm>
        </p:spPr>
        <p:txBody>
          <a:bodyPr anchor="ctr">
            <a:normAutofit/>
          </a:bodyPr>
          <a:lstStyle/>
          <a:p>
            <a:r>
              <a:rPr lang="en-US" altLang="en-IN">
                <a:solidFill>
                  <a:srgbClr val="FFFFFF"/>
                </a:solidFill>
              </a:rPr>
              <a:t>Reactjs</a:t>
            </a:r>
            <a:r>
              <a:rPr lang="en-IN">
                <a:solidFill>
                  <a:srgbClr val="FFFFFF"/>
                </a:solidFill>
              </a:rPr>
              <a:t> Project Presentation</a:t>
            </a:r>
            <a:endParaRPr lang="en-IN">
              <a:solidFill>
                <a:srgbClr val="FFFFFF"/>
              </a:solidFill>
            </a:endParaRPr>
          </a:p>
        </p:txBody>
      </p:sp>
      <p:sp>
        <p:nvSpPr>
          <p:cNvPr id="3" name="Content Placeholder 2"/>
          <p:cNvSpPr>
            <a:spLocks noGrp="1"/>
          </p:cNvSpPr>
          <p:nvPr>
            <p:ph idx="1"/>
          </p:nvPr>
        </p:nvSpPr>
        <p:spPr>
          <a:xfrm>
            <a:off x="4545998" y="2659390"/>
            <a:ext cx="7172138" cy="3745107"/>
          </a:xfrm>
        </p:spPr>
        <p:txBody>
          <a:bodyPr>
            <a:normAutofit/>
          </a:bodyPr>
          <a:lstStyle/>
          <a:p>
            <a:endParaRPr lang="en-US" dirty="0"/>
          </a:p>
          <a:p>
            <a:pPr>
              <a:defRPr sz="1800"/>
            </a:pPr>
            <a:r>
              <a:rPr lang="en-US" sz="2400" dirty="0">
                <a:latin typeface="Segoe UI Variable Display Semibold" charset="0"/>
                <a:cs typeface="Segoe UI Variable Display Semibold" charset="0"/>
              </a:rPr>
              <a:t>Project Title: </a:t>
            </a:r>
            <a:r>
              <a:rPr lang="en-US" altLang="en-US" sz="2400" dirty="0">
                <a:latin typeface="Segoe UI Variable Display Semibold" charset="0"/>
                <a:cs typeface="Segoe UI Variable Display Semibold" charset="0"/>
              </a:rPr>
              <a:t>Restaurant Ordering System</a:t>
            </a:r>
            <a:endParaRPr lang="en-US" altLang="en-US" sz="2400" dirty="0">
              <a:latin typeface="Segoe UI Variable Display Semibold" charset="0"/>
              <a:cs typeface="Segoe UI Variable Display Semibold" charset="0"/>
            </a:endParaRPr>
          </a:p>
          <a:p>
            <a:pPr>
              <a:defRPr sz="1800"/>
            </a:pPr>
            <a:r>
              <a:rPr lang="en-US" sz="2400" dirty="0">
                <a:latin typeface="Segoe UI Variable Display Semibold" charset="0"/>
                <a:cs typeface="Segoe UI Variable Display Semibold" charset="0"/>
              </a:rPr>
              <a:t>Course: </a:t>
            </a:r>
            <a:r>
              <a:rPr lang="en-US" altLang="en-US" sz="2400" dirty="0">
                <a:latin typeface="Segoe UI Variable Display Semibold" charset="0"/>
                <a:cs typeface="Segoe UI Variable Display Semibold" charset="0"/>
              </a:rPr>
              <a:t>ReactJS</a:t>
            </a:r>
            <a:endParaRPr lang="en-US" altLang="en-US" sz="2400" dirty="0">
              <a:latin typeface="Segoe UI Variable Display Semibold" charset="0"/>
              <a:cs typeface="Segoe UI Variable Display Semibold" charset="0"/>
            </a:endParaRPr>
          </a:p>
          <a:p>
            <a:pPr>
              <a:defRPr sz="1800"/>
            </a:pPr>
            <a:r>
              <a:rPr lang="en-US" sz="2400" dirty="0">
                <a:latin typeface="Segoe UI Variable Display Semibold" charset="0"/>
                <a:cs typeface="Segoe UI Variable Display Semibold" charset="0"/>
              </a:rPr>
              <a:t>Student Name &amp; Roll No: Aparna &amp; 24BIT105</a:t>
            </a:r>
            <a:endParaRPr lang="en-IN" sz="2400" dirty="0">
              <a:latin typeface="Segoe UI Variable Display Semibold" charset="0"/>
              <a:cs typeface="Segoe UI Variable Display Semibold" charset="0"/>
            </a:endParaRPr>
          </a:p>
          <a:p>
            <a:pPr>
              <a:defRPr sz="1800"/>
            </a:pPr>
            <a:r>
              <a:rPr lang="en-US" sz="2400" dirty="0">
                <a:latin typeface="Segoe UI Variable Display Semibold" charset="0"/>
                <a:cs typeface="Segoe UI Variable Display Semibold" charset="0"/>
              </a:rPr>
              <a:t>Department: </a:t>
            </a:r>
            <a:r>
              <a:rPr lang="en-US" sz="2400" dirty="0" err="1">
                <a:latin typeface="Segoe UI Variable Display Semibold" charset="0"/>
                <a:cs typeface="Segoe UI Variable Display Semibold" charset="0"/>
              </a:rPr>
              <a:t>B.Sc</a:t>
            </a:r>
            <a:r>
              <a:rPr lang="en-US" sz="2400" dirty="0">
                <a:latin typeface="Segoe UI Variable Display Semibold" charset="0"/>
                <a:cs typeface="Segoe UI Variable Display Semibold" charset="0"/>
              </a:rPr>
              <a:t> IT</a:t>
            </a:r>
            <a:endParaRPr lang="en-IN" sz="2400" dirty="0">
              <a:latin typeface="Segoe UI Variable Display Semibold" charset="0"/>
              <a:cs typeface="Segoe UI Variable Display Semibold" charset="0"/>
            </a:endParaRPr>
          </a:p>
          <a:p>
            <a:pPr>
              <a:defRPr sz="1800"/>
            </a:pPr>
            <a:r>
              <a:rPr lang="en-US" sz="2400" dirty="0">
                <a:latin typeface="Segoe UI Variable Display Semibold" charset="0"/>
                <a:cs typeface="Segoe UI Variable Display Semibold" charset="0"/>
              </a:rPr>
              <a:t>Mentor / Guide: [Name &amp; Designation]</a:t>
            </a:r>
            <a:endParaRPr lang="en-IN" sz="2400" dirty="0">
              <a:latin typeface="Segoe UI Variable Display Semibold" charset="0"/>
              <a:cs typeface="Segoe UI Variable Display Semibold" charset="0"/>
            </a:endParaRPr>
          </a:p>
        </p:txBody>
      </p:sp>
      <p:pic>
        <p:nvPicPr>
          <p:cNvPr id="5" name="Picture 4" descr="A blue and red logo&#10;&#10;AI-generated content may be incorrect."/>
          <p:cNvPicPr>
            <a:picLocks noChangeAspect="1"/>
          </p:cNvPicPr>
          <p:nvPr/>
        </p:nvPicPr>
        <p:blipFill>
          <a:blip r:embed="rId1"/>
          <a:stretch>
            <a:fillRect/>
          </a:stretch>
        </p:blipFill>
        <p:spPr>
          <a:xfrm>
            <a:off x="4760112" y="453503"/>
            <a:ext cx="6743910" cy="16859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Introduction</a:t>
            </a:r>
            <a:endParaRPr lang="en-IN">
              <a:solidFill>
                <a:srgbClr val="FFFFFF"/>
              </a:solidFill>
            </a:endParaRPr>
          </a:p>
        </p:txBody>
      </p:sp>
      <p:sp>
        <p:nvSpPr>
          <p:cNvPr id="3" name="Content Placeholder 2"/>
          <p:cNvSpPr>
            <a:spLocks noGrp="1"/>
          </p:cNvSpPr>
          <p:nvPr>
            <p:ph idx="1"/>
          </p:nvPr>
        </p:nvSpPr>
        <p:spPr>
          <a:xfrm>
            <a:off x="443865" y="421640"/>
            <a:ext cx="10891520" cy="3828415"/>
          </a:xfrm>
        </p:spPr>
        <p:txBody>
          <a:bodyPr anchor="ctr">
            <a:normAutofit/>
          </a:bodyPr>
          <a:lstStyle/>
          <a:p>
            <a:r>
              <a:rPr lang="en-US" altLang="en-US" sz="2400" dirty="0">
                <a:latin typeface="Segoe UI Variable Display Semibold" charset="0"/>
                <a:cs typeface="Segoe UI Variable Display Semibold" charset="0"/>
              </a:rPr>
              <a:t>The Restaurant Ordering System is a web-based application that helps users browse menu items and place food orders easily. Users can view menu items, add items to the cart, update or remove items, and place orders efficiently through a user-friendly interface.</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Objectives</a:t>
            </a:r>
            <a:endParaRPr lang="en-IN">
              <a:solidFill>
                <a:srgbClr val="FFFFFF"/>
              </a:solidFill>
            </a:endParaRPr>
          </a:p>
        </p:txBody>
      </p:sp>
      <p:sp>
        <p:nvSpPr>
          <p:cNvPr id="3" name="Content Placeholder 2"/>
          <p:cNvSpPr>
            <a:spLocks noGrp="1"/>
          </p:cNvSpPr>
          <p:nvPr>
            <p:ph idx="1"/>
          </p:nvPr>
        </p:nvSpPr>
        <p:spPr>
          <a:xfrm>
            <a:off x="1024128" y="643467"/>
            <a:ext cx="10137857" cy="3606798"/>
          </a:xfrm>
        </p:spPr>
        <p:txBody>
          <a:bodyPr anchor="ctr">
            <a:normAutofit/>
          </a:bodyPr>
          <a:lstStyle/>
          <a:p>
            <a:r>
              <a:rPr lang="en-US" altLang="en-US" sz="2400" dirty="0">
                <a:latin typeface="Segoe UI Variable Display Semibold" charset="0"/>
                <a:cs typeface="Segoe UI Variable Display Semibold" charset="0"/>
              </a:rPr>
              <a:t>To develop a user-friendly Restaurant Ordering System</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To allow users to view menu items and select food easily</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To enable users to add, update, and remove items from the cart</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To provide an efficient order placement system</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To create a simple and effective food ordering application</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Problem Statement</a:t>
            </a:r>
            <a:endParaRPr lang="en-IN">
              <a:solidFill>
                <a:srgbClr val="FFFFFF"/>
              </a:solidFill>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
        <p:nvSpPr>
          <p:cNvPr id="4" name="Rectangle 1"/>
          <p:cNvSpPr>
            <a:spLocks noGrp="1" noChangeArrowheads="1"/>
          </p:cNvSpPr>
          <p:nvPr>
            <p:ph idx="1"/>
          </p:nvPr>
        </p:nvSpPr>
        <p:spPr bwMode="auto">
          <a:xfrm>
            <a:off x="1024255" y="564515"/>
            <a:ext cx="10466070" cy="362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rPr>
              <a:t>Long waiting time in traditional ordering</a:t>
            </a:r>
            <a:endPar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rPr>
              <a:t>Chances of wrong or miscommunicated orders</a:t>
            </a:r>
            <a:endPar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rPr>
              <a:t>No simple digital system for ordering food</a:t>
            </a:r>
            <a:endPar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rPr>
              <a:t>Need for an easy and efficient ordering solution</a:t>
            </a:r>
            <a:endParaRPr kumimoji="0" lang="en-US" altLang="en-US" sz="2800" b="0" i="0" u="none" strike="noStrike" cap="none" normalizeH="0" baseline="0">
              <a:ln>
                <a:noFill/>
              </a:ln>
              <a:solidFill>
                <a:schemeClr val="tx1"/>
              </a:solidFill>
              <a:effectLst/>
              <a:latin typeface="Segoe UI Variable Display Semibold" charset="0"/>
              <a:cs typeface="Segoe UI Variable Display Semibold"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Tools &amp; Technologies Used</a:t>
            </a:r>
            <a:endParaRPr lang="en-IN">
              <a:solidFill>
                <a:srgbClr val="FFFFFF"/>
              </a:solidFill>
            </a:endParaRPr>
          </a:p>
        </p:txBody>
      </p:sp>
      <p:sp>
        <p:nvSpPr>
          <p:cNvPr id="3" name="Content Placeholder 2"/>
          <p:cNvSpPr>
            <a:spLocks noGrp="1"/>
          </p:cNvSpPr>
          <p:nvPr>
            <p:ph idx="1"/>
          </p:nvPr>
        </p:nvSpPr>
        <p:spPr>
          <a:xfrm>
            <a:off x="1024129" y="643467"/>
            <a:ext cx="10768478" cy="3606798"/>
          </a:xfrm>
        </p:spPr>
        <p:txBody>
          <a:bodyPr anchor="ctr">
            <a:normAutofit/>
          </a:bodyPr>
          <a:lstStyle/>
          <a:p>
            <a:r>
              <a:rPr lang="en-US" altLang="en-US" sz="2400" dirty="0">
                <a:latin typeface="Segoe UI Variable Display Semibold" charset="0"/>
                <a:cs typeface="Segoe UI Variable Display Semibold" charset="0"/>
              </a:rPr>
              <a:t>HTML5 – Structure of web pages</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CSS3 / Bootstrap – Styling and responsiveness</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JavaScript / ReactJS – Interactivity and dynamic features</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Visual Studio Code – Code editor</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Browser (Chrome/Edge) – Testing and execution</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LocalStorage / JSON – Data storage</a:t>
            </a:r>
            <a:endParaRPr lang="en-US" altLang="en-US" sz="2400" dirty="0">
              <a:latin typeface="Segoe UI Variable Display Semibold" charset="0"/>
              <a:cs typeface="Segoe UI Variable Display Semibold" charset="0"/>
            </a:endParaRPr>
          </a:p>
        </p:txBody>
      </p:sp>
      <p:pic>
        <p:nvPicPr>
          <p:cNvPr id="4" name="Picture 3"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System Design</a:t>
            </a:r>
            <a:endParaRPr lang="en-IN">
              <a:solidFill>
                <a:srgbClr val="FFFFFF"/>
              </a:solidFill>
            </a:endParaRPr>
          </a:p>
        </p:txBody>
      </p:sp>
      <p:sp>
        <p:nvSpPr>
          <p:cNvPr id="3" name="Content Placeholder 2"/>
          <p:cNvSpPr>
            <a:spLocks noGrp="1"/>
          </p:cNvSpPr>
          <p:nvPr>
            <p:ph idx="1"/>
          </p:nvPr>
        </p:nvSpPr>
        <p:spPr>
          <a:xfrm>
            <a:off x="240632" y="176463"/>
            <a:ext cx="11331258" cy="4289250"/>
          </a:xfrm>
        </p:spPr>
        <p:txBody>
          <a:bodyPr anchor="ctr">
            <a:normAutofit/>
          </a:bodyPr>
          <a:lstStyle/>
          <a:p>
            <a:pPr marL="0" indent="0">
              <a:buNone/>
            </a:pPr>
            <a:r>
              <a:rPr lang="en-US" altLang="en-US" sz="2400" dirty="0">
                <a:latin typeface="Segoe UI Variable Display Semibold" charset="0"/>
                <a:cs typeface="Segoe UI Variable Display Semibold" charset="0"/>
              </a:rPr>
              <a:t>Flow:</a:t>
            </a:r>
            <a:endParaRPr lang="en-US" altLang="en-US" sz="2400" dirty="0">
              <a:latin typeface="Segoe UI Variable Display Semibold" charset="0"/>
              <a:cs typeface="Segoe UI Variable Display Semibold" charset="0"/>
            </a:endParaRPr>
          </a:p>
          <a:p>
            <a:pPr marL="0" indent="0">
              <a:buNone/>
            </a:pPr>
            <a:r>
              <a:rPr lang="en-US" altLang="en-US" sz="2400" dirty="0">
                <a:latin typeface="Segoe UI Variable Display Semibold" charset="0"/>
                <a:cs typeface="Segoe UI Variable Display Semibold" charset="0"/>
              </a:rPr>
              <a:t>User → Menu → Cart → Order → Data Storage → Output</a:t>
            </a:r>
            <a:endParaRPr lang="en-US" altLang="en-US" sz="2400" dirty="0">
              <a:latin typeface="Segoe UI Variable Display Semibold" charset="0"/>
              <a:cs typeface="Segoe UI Variable Display Semibold" charset="0"/>
            </a:endParaRPr>
          </a:p>
          <a:p>
            <a:pPr marL="0" indent="0">
              <a:buNone/>
            </a:pPr>
            <a:endParaRPr lang="en-US" altLang="en-US" sz="2400" dirty="0">
              <a:latin typeface="Segoe UI Variable Display Semibold" charset="0"/>
              <a:cs typeface="Segoe UI Variable Display Semibold" charset="0"/>
            </a:endParaRPr>
          </a:p>
          <a:p>
            <a:pPr marL="0" indent="0">
              <a:buNone/>
            </a:pPr>
            <a:r>
              <a:rPr lang="en-US" altLang="en-US" sz="2400" dirty="0">
                <a:latin typeface="Segoe UI Variable Display Semibold" charset="0"/>
                <a:cs typeface="Segoe UI Variable Display Semibold" charset="0"/>
              </a:rPr>
              <a:t>Modules:</a:t>
            </a:r>
            <a:endParaRPr lang="en-US" altLang="en-US" sz="2400" dirty="0">
              <a:latin typeface="Segoe UI Variable Display Semibold" charset="0"/>
              <a:cs typeface="Segoe UI Variable Display Semibold" charset="0"/>
            </a:endParaRPr>
          </a:p>
          <a:p>
            <a:pPr marL="0" indent="0">
              <a:buNone/>
            </a:pPr>
            <a:r>
              <a:rPr lang="en-US" altLang="en-US" sz="2400" dirty="0">
                <a:latin typeface="Segoe UI Variable Display Semibold" charset="0"/>
                <a:cs typeface="Segoe UI Variable Display Semibold" charset="0"/>
              </a:rPr>
              <a:t>Menu, Cart, Order, Storage, User Interface</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Module Description</a:t>
            </a:r>
            <a:endParaRPr lang="en-IN">
              <a:solidFill>
                <a:srgbClr val="FFFFFF"/>
              </a:solidFill>
            </a:endParaRPr>
          </a:p>
        </p:txBody>
      </p:sp>
      <p:sp>
        <p:nvSpPr>
          <p:cNvPr id="3" name="Content Placeholder 2"/>
          <p:cNvSpPr>
            <a:spLocks noGrp="1"/>
          </p:cNvSpPr>
          <p:nvPr>
            <p:ph idx="1"/>
          </p:nvPr>
        </p:nvSpPr>
        <p:spPr>
          <a:xfrm>
            <a:off x="1024129" y="643467"/>
            <a:ext cx="10437402" cy="3606798"/>
          </a:xfrm>
        </p:spPr>
        <p:txBody>
          <a:bodyPr anchor="ctr">
            <a:normAutofit/>
          </a:bodyPr>
          <a:lstStyle/>
          <a:p>
            <a:r>
              <a:rPr lang="en-US" altLang="en-US" sz="2400" dirty="0">
                <a:latin typeface="Segoe UI Variable Display Semibold" charset="0"/>
                <a:cs typeface="Segoe UI Variable Display Semibold" charset="0"/>
              </a:rPr>
              <a:t>UI Module – Manages layout and design of menu and pages</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Logic Module – Handles cart operations and order processing</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Data Module – Manages menu and order data (JSON / LocalStorage)</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Cart Module – Stores and updates selected items</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Output Module – Displays cart details and order summary</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Core Logic &amp; Algorithm</a:t>
            </a:r>
            <a:endParaRPr lang="en-IN">
              <a:solidFill>
                <a:srgbClr val="FFFFFF"/>
              </a:solidFill>
            </a:endParaRPr>
          </a:p>
        </p:txBody>
      </p:sp>
      <p:sp>
        <p:nvSpPr>
          <p:cNvPr id="3" name="Content Placeholder 2"/>
          <p:cNvSpPr>
            <a:spLocks noGrp="1"/>
          </p:cNvSpPr>
          <p:nvPr>
            <p:ph idx="1"/>
          </p:nvPr>
        </p:nvSpPr>
        <p:spPr>
          <a:xfrm>
            <a:off x="208547" y="208547"/>
            <a:ext cx="11457936" cy="4041718"/>
          </a:xfrm>
        </p:spPr>
        <p:txBody>
          <a:bodyPr anchor="ctr">
            <a:normAutofit/>
          </a:bodyPr>
          <a:lstStyle/>
          <a:p>
            <a:pPr>
              <a:defRPr sz="1800"/>
            </a:pPr>
            <a:r>
              <a:rPr lang="en-US" altLang="en-US" sz="2400" dirty="0">
                <a:latin typeface="Segoe UI Variable Display Semibold" charset="0"/>
                <a:cs typeface="Segoe UI Variable Display Semibold" charset="0"/>
              </a:rPr>
              <a:t>User selects food items from the menu.</a:t>
            </a:r>
            <a:endParaRPr lang="en-US" altLang="en-US" sz="2400" dirty="0">
              <a:latin typeface="Segoe UI Variable Display Semibold" charset="0"/>
              <a:cs typeface="Segoe UI Variable Display Semibold" charset="0"/>
            </a:endParaRPr>
          </a:p>
          <a:p>
            <a:pPr>
              <a:defRPr sz="1800"/>
            </a:pPr>
            <a:r>
              <a:rPr lang="en-US" altLang="en-US" sz="2400" dirty="0">
                <a:latin typeface="Segoe UI Variable Display Semibold" charset="0"/>
                <a:cs typeface="Segoe UI Variable Display Semibold" charset="0"/>
              </a:rPr>
              <a:t>JavaScript (ReactJS) handles adding items to the cart.</a:t>
            </a:r>
            <a:endParaRPr lang="en-US" altLang="en-US" sz="2400" dirty="0">
              <a:latin typeface="Segoe UI Variable Display Semibold" charset="0"/>
              <a:cs typeface="Segoe UI Variable Display Semibold" charset="0"/>
            </a:endParaRPr>
          </a:p>
          <a:p>
            <a:pPr>
              <a:defRPr sz="1800"/>
            </a:pPr>
            <a:r>
              <a:rPr lang="en-US" altLang="en-US" sz="2400" dirty="0">
                <a:latin typeface="Segoe UI Variable Display Semibold" charset="0"/>
                <a:cs typeface="Segoe UI Variable Display Semibold" charset="0"/>
              </a:rPr>
              <a:t>Cart updates dynamically with selected items and quantities.</a:t>
            </a:r>
            <a:endParaRPr lang="en-US" altLang="en-US" sz="2400" dirty="0">
              <a:latin typeface="Segoe UI Variable Display Semibold" charset="0"/>
              <a:cs typeface="Segoe UI Variable Display Semibold" charset="0"/>
            </a:endParaRPr>
          </a:p>
          <a:p>
            <a:pPr>
              <a:defRPr sz="1800"/>
            </a:pPr>
            <a:r>
              <a:rPr lang="en-US" altLang="en-US" sz="2400" dirty="0">
                <a:latin typeface="Segoe UI Variable Display Semibold" charset="0"/>
                <a:cs typeface="Segoe UI Variable Display Semibold" charset="0"/>
              </a:rPr>
              <a:t>Total amount is calculated based on items in the cart.</a:t>
            </a:r>
            <a:endParaRPr lang="en-US" altLang="en-US" sz="2400" dirty="0">
              <a:latin typeface="Segoe UI Variable Display Semibold" charset="0"/>
              <a:cs typeface="Segoe UI Variable Display Semibold" charset="0"/>
            </a:endParaRPr>
          </a:p>
          <a:p>
            <a:pPr>
              <a:defRPr sz="1800"/>
            </a:pPr>
            <a:r>
              <a:rPr lang="en-US" altLang="en-US" sz="2400" dirty="0">
                <a:latin typeface="Segoe UI Variable Display Semibold" charset="0"/>
                <a:cs typeface="Segoe UI Variable Display Semibold" charset="0"/>
              </a:rPr>
              <a:t>User places order and system displays order summary.</a:t>
            </a:r>
            <a:endParaRPr lang="en-US" altLang="en-US" sz="2400" dirty="0">
              <a:latin typeface="Segoe UI Variable Display Semibold" charset="0"/>
              <a:cs typeface="Segoe UI Variable Display Semibold" charset="0"/>
            </a:endParaRPr>
          </a:p>
          <a:p>
            <a:pPr>
              <a:defRPr sz="1800"/>
            </a:pPr>
            <a:r>
              <a:rPr lang="en-US" altLang="en-US" sz="2400" dirty="0">
                <a:latin typeface="Segoe UI Variable Display Semibold" charset="0"/>
                <a:cs typeface="Segoe UI Variable Display Semibold" charset="0"/>
              </a:rPr>
              <a:t>Event handlers manage actions like add, remove, and update items.</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
        <p:nvSpPr>
          <p:cNvPr id="7" name="Rectangle 1"/>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Implementation</a:t>
            </a:r>
            <a:endParaRPr lang="en-IN">
              <a:solidFill>
                <a:srgbClr val="FFFFFF"/>
              </a:solidFill>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
        <p:nvSpPr>
          <p:cNvPr id="4" name="Rectangle 1"/>
          <p:cNvSpPr>
            <a:spLocks noGrp="1" noChangeArrowheads="1"/>
          </p:cNvSpPr>
          <p:nvPr>
            <p:ph idx="1"/>
          </p:nvPr>
        </p:nvSpPr>
        <p:spPr bwMode="auto">
          <a:xfrm>
            <a:off x="390525" y="339090"/>
            <a:ext cx="10803255" cy="3940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Developed using HTML, CSS, and ReactJS</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UI displays menu and allows user interaction</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JavaScript handles cart and order logic</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Dynamic updates without page reload</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Data stored using JSON / LocalStorage</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All modules integrated for smooth working</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Output Screens</a:t>
            </a:r>
            <a:endParaRPr lang="en-IN">
              <a:solidFill>
                <a:srgbClr val="FFFFFF"/>
              </a:solidFill>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
        <p:nvSpPr>
          <p:cNvPr id="4" name="Rectangle 1"/>
          <p:cNvSpPr>
            <a:spLocks noGrp="1" noChangeArrowheads="1"/>
          </p:cNvSpPr>
          <p:nvPr>
            <p:ph idx="1"/>
          </p:nvPr>
        </p:nvSpPr>
        <p:spPr bwMode="auto">
          <a:xfrm>
            <a:off x="494030" y="721360"/>
            <a:ext cx="10073005"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514350" marR="0" lvl="0" indent="-514350" algn="l" defTabSz="914400" rtl="0" eaLnBrk="0" fontAlgn="base" latinLnBrk="0" hangingPunct="0">
              <a:lnSpc>
                <a:spcPct val="100000"/>
              </a:lnSpc>
              <a:spcBef>
                <a:spcPct val="0"/>
              </a:spcBef>
              <a:spcAft>
                <a:spcPct val="0"/>
              </a:spcAft>
              <a:buClrTx/>
              <a:buSzTx/>
              <a:buAutoNum type="arabicPeriod"/>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Screenshot of the Homepage / Menu Page</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514350" marR="0" lvl="0" indent="-514350" algn="l" defTabSz="914400" rtl="0" eaLnBrk="0" fontAlgn="base" latinLnBrk="0" hangingPunct="0">
              <a:lnSpc>
                <a:spcPct val="100000"/>
              </a:lnSpc>
              <a:spcBef>
                <a:spcPct val="0"/>
              </a:spcBef>
              <a:spcAft>
                <a:spcPct val="0"/>
              </a:spcAft>
              <a:buClrTx/>
              <a:buSzTx/>
              <a:buAutoNum type="arabicPeriod"/>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User interactions such as Add to Cart, Update Quantity, Remove Item</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514350" marR="0" lvl="0" indent="-514350" algn="l" defTabSz="914400" rtl="0" eaLnBrk="0" fontAlgn="base" latinLnBrk="0" hangingPunct="0">
              <a:lnSpc>
                <a:spcPct val="100000"/>
              </a:lnSpc>
              <a:spcBef>
                <a:spcPct val="0"/>
              </a:spcBef>
              <a:spcAft>
                <a:spcPct val="0"/>
              </a:spcAft>
              <a:buClrTx/>
              <a:buSzTx/>
              <a:buAutoNum type="arabicPeriod"/>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Cart Page showing selected items and total amount</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514350" marR="0" lvl="0" indent="-514350" algn="l" defTabSz="914400" rtl="0" eaLnBrk="0" fontAlgn="base" latinLnBrk="0" hangingPunct="0">
              <a:lnSpc>
                <a:spcPct val="100000"/>
              </a:lnSpc>
              <a:spcBef>
                <a:spcPct val="0"/>
              </a:spcBef>
              <a:spcAft>
                <a:spcPct val="0"/>
              </a:spcAft>
              <a:buClrTx/>
              <a:buSzTx/>
              <a:buAutoNum type="arabicPeriod"/>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Order Page showing final order summary and confirmation</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Results &amp; Testing</a:t>
            </a:r>
            <a:endParaRPr lang="en-IN">
              <a:solidFill>
                <a:srgbClr val="FFFFFF"/>
              </a:solidFill>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
        <p:nvSpPr>
          <p:cNvPr id="4" name="Rectangle 1"/>
          <p:cNvSpPr>
            <a:spLocks noGrp="1" noChangeArrowheads="1"/>
          </p:cNvSpPr>
          <p:nvPr>
            <p:ph idx="1"/>
          </p:nvPr>
        </p:nvSpPr>
        <p:spPr bwMode="auto">
          <a:xfrm>
            <a:off x="1024255" y="445135"/>
            <a:ext cx="10116185" cy="4086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Menu display, add to cart, update, and remove item features work correctly</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Tested on Chrome and Edge; UI is responsive</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Fast updates with smooth performance</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rPr>
              <a:t>Minor logic and validation issues were identified and fixed during development</a:t>
            </a:r>
            <a:endParaRPr kumimoji="0" lang="en-US" altLang="en-US" sz="2800" b="0" i="0" u="none" strike="noStrike" cap="none" normalizeH="0" baseline="0" dirty="0">
              <a:ln>
                <a:noFill/>
              </a:ln>
              <a:solidFill>
                <a:schemeClr val="tx1"/>
              </a:solidFill>
              <a:effectLst/>
              <a:latin typeface="Segoe UI Variable Display Semibold" charset="0"/>
              <a:cs typeface="Segoe UI Variable Display Semibold"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393065" y="147320"/>
            <a:ext cx="11795760" cy="4424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Conclusion &amp; Future Scope</a:t>
            </a:r>
            <a:endParaRPr lang="en-IN">
              <a:solidFill>
                <a:srgbClr val="FFFFFF"/>
              </a:solidFill>
            </a:endParaRPr>
          </a:p>
        </p:txBody>
      </p:sp>
      <p:sp>
        <p:nvSpPr>
          <p:cNvPr id="3" name="Content Placeholder 2"/>
          <p:cNvSpPr>
            <a:spLocks noGrp="1"/>
          </p:cNvSpPr>
          <p:nvPr>
            <p:ph idx="1"/>
          </p:nvPr>
        </p:nvSpPr>
        <p:spPr>
          <a:xfrm>
            <a:off x="1023620" y="401955"/>
            <a:ext cx="9785985" cy="3848100"/>
          </a:xfrm>
        </p:spPr>
        <p:txBody>
          <a:bodyPr anchor="ctr">
            <a:noAutofit/>
          </a:bodyPr>
          <a:lstStyle/>
          <a:p>
            <a:r>
              <a:rPr lang="en-US" altLang="en-US" sz="2400" dirty="0">
                <a:latin typeface="Arial Black" panose="020B0A04020102020204" charset="0"/>
                <a:cs typeface="Arial Black" panose="020B0A04020102020204" charset="0"/>
              </a:rPr>
              <a:t>Conclusion:</a:t>
            </a:r>
            <a:endParaRPr lang="en-US" altLang="en-US" sz="2400" dirty="0">
              <a:latin typeface="Arial Black" panose="020B0A04020102020204" charset="0"/>
              <a:cs typeface="Arial Black" panose="020B0A04020102020204" charset="0"/>
            </a:endParaRPr>
          </a:p>
          <a:p>
            <a:r>
              <a:rPr lang="en-US" altLang="en-US" sz="2400" dirty="0">
                <a:latin typeface="Segoe UI Variable Display Semibold" charset="0"/>
                <a:cs typeface="Segoe UI Variable Display Semibold" charset="0"/>
              </a:rPr>
              <a:t>Successfully developed a Restaurant Ordering System</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Provides easy menu browsing and order placement</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Ensures smooth performance and user-friendly interface</a:t>
            </a:r>
            <a:endParaRPr lang="en-US" altLang="en-US" sz="2400" dirty="0">
              <a:latin typeface="Segoe UI Variable Display Semibold" charset="0"/>
              <a:cs typeface="Segoe UI Variable Display Semibold" charset="0"/>
            </a:endParaRPr>
          </a:p>
          <a:p>
            <a:r>
              <a:rPr lang="en-US" altLang="en-US" sz="2400" dirty="0">
                <a:latin typeface="Arial Black" panose="020B0A04020102020204" charset="0"/>
                <a:cs typeface="Arial Black" panose="020B0A04020102020204" charset="0"/>
              </a:rPr>
              <a:t>Future Scope:</a:t>
            </a:r>
            <a:endParaRPr lang="en-US" altLang="en-US" sz="2400" dirty="0">
              <a:latin typeface="Arial Black" panose="020B0A04020102020204" charset="0"/>
              <a:cs typeface="Arial Black" panose="020B0A04020102020204" charset="0"/>
            </a:endParaRPr>
          </a:p>
          <a:p>
            <a:r>
              <a:rPr lang="en-US" altLang="en-US" sz="2400" dirty="0">
                <a:latin typeface="Segoe UI Variable Display Semibold" charset="0"/>
                <a:cs typeface="Segoe UI Variable Display Semibold" charset="0"/>
              </a:rPr>
              <a:t>Add user login and authentication</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Integrate online payment system</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Connect with database (MySQL/MongoDB)</a:t>
            </a:r>
            <a:endParaRPr lang="en-US" altLang="en-US" sz="2400" dirty="0">
              <a:latin typeface="Segoe UI Variable Display Semibold" charset="0"/>
              <a:cs typeface="Segoe UI Variable Display Semibold" charset="0"/>
            </a:endParaRPr>
          </a:p>
          <a:p>
            <a:r>
              <a:rPr lang="en-US" altLang="en-US" sz="2400" dirty="0">
                <a:latin typeface="Segoe UI Variable Display Semibold" charset="0"/>
                <a:cs typeface="Segoe UI Variable Display Semibold" charset="0"/>
              </a:rPr>
              <a:t>Add real-time order tracking</a:t>
            </a:r>
            <a:endParaRPr lang="en-US" altLang="en-US" sz="2400" dirty="0">
              <a:latin typeface="Segoe UI Variable Display Semibold" charset="0"/>
              <a:cs typeface="Segoe UI Variable Display Semibold" charset="0"/>
            </a:endParaRPr>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8" y="4911819"/>
            <a:ext cx="9720072" cy="1499616"/>
          </a:xfrm>
        </p:spPr>
        <p:txBody>
          <a:bodyPr>
            <a:normAutofit/>
          </a:bodyPr>
          <a:lstStyle/>
          <a:p>
            <a:r>
              <a:rPr lang="en-IN">
                <a:solidFill>
                  <a:srgbClr val="FFFFFF"/>
                </a:solidFill>
              </a:rPr>
              <a:t>References / Acknowledgement</a:t>
            </a:r>
            <a:endParaRPr lang="en-IN">
              <a:solidFill>
                <a:srgbClr val="FFFFFF"/>
              </a:solidFill>
            </a:endParaRPr>
          </a:p>
        </p:txBody>
      </p:sp>
      <p:sp>
        <p:nvSpPr>
          <p:cNvPr id="3" name="Content Placeholder 2"/>
          <p:cNvSpPr>
            <a:spLocks noGrp="1"/>
          </p:cNvSpPr>
          <p:nvPr>
            <p:ph idx="1"/>
          </p:nvPr>
        </p:nvSpPr>
        <p:spPr>
          <a:xfrm>
            <a:off x="336884" y="643467"/>
            <a:ext cx="10903929" cy="3606798"/>
          </a:xfrm>
        </p:spPr>
        <p:txBody>
          <a:bodyPr anchor="ctr">
            <a:noAutofit/>
          </a:bodyPr>
          <a:lstStyle/>
          <a:p>
            <a:r>
              <a:rPr lang="en-US" altLang="en-US" sz="2800" dirty="0">
                <a:latin typeface="Arial Black" panose="020B0A04020102020204" charset="0"/>
                <a:cs typeface="Arial Black" panose="020B0A04020102020204" charset="0"/>
              </a:rPr>
              <a:t>References:</a:t>
            </a:r>
            <a:endParaRPr lang="en-US" altLang="en-US" sz="2800" dirty="0">
              <a:latin typeface="Arial Black" panose="020B0A04020102020204" charset="0"/>
              <a:cs typeface="Arial Black" panose="020B0A04020102020204" charset="0"/>
            </a:endParaRPr>
          </a:p>
          <a:p>
            <a:r>
              <a:rPr lang="en-US" altLang="en-US" sz="2800" dirty="0"/>
              <a:t>ReactJS Official Documentation</a:t>
            </a:r>
            <a:endParaRPr lang="en-US" altLang="en-US" sz="2800" dirty="0"/>
          </a:p>
          <a:p>
            <a:r>
              <a:rPr lang="en-US" altLang="en-US" sz="2800" dirty="0"/>
              <a:t>MDN Web Docs</a:t>
            </a:r>
            <a:endParaRPr lang="en-US" altLang="en-US" sz="2800" dirty="0"/>
          </a:p>
          <a:p>
            <a:r>
              <a:rPr lang="en-US" altLang="en-US" sz="2800" dirty="0"/>
              <a:t>W3Schools</a:t>
            </a:r>
            <a:endParaRPr lang="en-US" altLang="en-US" sz="2800" dirty="0"/>
          </a:p>
          <a:p>
            <a:r>
              <a:rPr lang="en-US" altLang="en-US" sz="2800" dirty="0"/>
              <a:t>Bootstrap Documentation</a:t>
            </a:r>
            <a:endParaRPr lang="en-US" altLang="en-US" sz="2800" dirty="0"/>
          </a:p>
          <a:p>
            <a:r>
              <a:rPr lang="en-US" altLang="en-US" sz="2800" dirty="0">
                <a:latin typeface="Arial Black" panose="020B0A04020102020204" charset="0"/>
                <a:cs typeface="Arial Black" panose="020B0A04020102020204" charset="0"/>
              </a:rPr>
              <a:t>Acknowledgement:</a:t>
            </a:r>
            <a:endParaRPr lang="en-US" altLang="en-US" sz="2800" dirty="0">
              <a:latin typeface="Arial Black" panose="020B0A04020102020204" charset="0"/>
              <a:cs typeface="Arial Black" panose="020B0A04020102020204" charset="0"/>
            </a:endParaRPr>
          </a:p>
          <a:p>
            <a:r>
              <a:rPr lang="en-US" altLang="en-US" sz="2800" dirty="0"/>
              <a:t>I would like to thank my guide, faculty members, and institution for their support and guidance in completing this ReactJS project successfully.</a:t>
            </a:r>
            <a:endParaRPr lang="en-US" altLang="en-US" sz="2800" dirty="0"/>
          </a:p>
        </p:txBody>
      </p:sp>
      <p:cxnSp>
        <p:nvCxnSpPr>
          <p:cNvPr id="13" name="Straight Connector 12"/>
          <p:cNvCxnSpPr>
            <a:cxnSpLocks noGrp="1" noRot="1" noChangeAspect="1" noMove="1" noResize="1" noEditPoints="1" noAdjustHandles="1" noChangeArrowheads="1" noChangeShapeType="1"/>
          </p:cNvCxnSpPr>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A blue and red logo&#10;&#10;AI-generated content may be incorrect."/>
          <p:cNvPicPr>
            <a:picLocks noChangeAspect="1"/>
          </p:cNvPicPr>
          <p:nvPr/>
        </p:nvPicPr>
        <p:blipFill>
          <a:blip r:embed="rId1"/>
          <a:stretch>
            <a:fillRect/>
          </a:stretch>
        </p:blipFill>
        <p:spPr>
          <a:xfrm>
            <a:off x="7834175" y="5064344"/>
            <a:ext cx="4217932" cy="10544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8018272" cy="1499616"/>
          </a:xfrm>
        </p:spPr>
        <p:txBody>
          <a:bodyPr>
            <a:normAutofit/>
          </a:bodyPr>
          <a:lstStyle/>
          <a:p>
            <a:r>
              <a:rPr>
                <a:latin typeface="Snap ITC" panose="04040A07060A02020202" charset="0"/>
                <a:cs typeface="Snap ITC" panose="04040A07060A02020202" charset="0"/>
              </a:rPr>
              <a:t>Thank You</a:t>
            </a:r>
            <a:endParaRPr>
              <a:latin typeface="Snap ITC" panose="04040A07060A02020202" charset="0"/>
              <a:cs typeface="Snap ITC" panose="04040A07060A02020202" charset="0"/>
            </a:endParaRPr>
          </a:p>
        </p:txBody>
      </p:sp>
      <p:sp>
        <p:nvSpPr>
          <p:cNvPr id="3" name="Content Placeholder 2"/>
          <p:cNvSpPr>
            <a:spLocks noGrp="1"/>
          </p:cNvSpPr>
          <p:nvPr>
            <p:ph idx="1"/>
          </p:nvPr>
        </p:nvSpPr>
        <p:spPr>
          <a:xfrm>
            <a:off x="1024128" y="2286000"/>
            <a:ext cx="8018271" cy="4023360"/>
          </a:xfrm>
        </p:spPr>
        <p:txBody>
          <a:bodyPr>
            <a:normAutofit/>
          </a:bodyPr>
          <a:lstStyle/>
          <a:p>
            <a:endParaRPr dirty="0"/>
          </a:p>
          <a:p>
            <a:pPr>
              <a:defRPr sz="1800"/>
            </a:pPr>
            <a:r>
              <a:rPr sz="2000" dirty="0"/>
              <a:t>Questions &amp; Discussion</a:t>
            </a:r>
            <a:endParaRPr lang="en-IN" sz="2000" dirty="0"/>
          </a:p>
          <a:p>
            <a:pPr>
              <a:defRPr sz="1800"/>
            </a:pPr>
            <a:r>
              <a:rPr sz="2000" dirty="0"/>
              <a:t>[Insert closing remark or project tagline]</a:t>
            </a:r>
            <a:endParaRPr lang="en-IN" sz="2000" dirty="0"/>
          </a:p>
        </p:txBody>
      </p:sp>
      <p:sp>
        <p:nvSpPr>
          <p:cNvPr id="8" name="Rectangle 7"/>
          <p:cNvSpPr>
            <a:spLocks noGrp="1" noRot="1" noChangeAspect="1" noMove="1" noResize="1" noEditPoints="1" noAdjustHandles="1" noChangeArrowheads="1" noChangeShapeType="1" noTextEdit="1"/>
          </p:cNvSpPr>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a:spLocks noGrp="1" noRot="1" noChangeAspect="1" noMove="1" noResize="1" noEditPoints="1" noAdjustHandles="1" noChangeArrowheads="1" noChangeShapeType="1" noTextEdit="1"/>
          </p:cNvSpPr>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3353</Words>
  <Application>WPS Presentation</Application>
  <PresentationFormat>Widescreen</PresentationFormat>
  <Paragraphs>113</Paragraphs>
  <Slides>14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SimSun</vt:lpstr>
      <vt:lpstr>Wingdings</vt:lpstr>
      <vt:lpstr>Tw Cen MT</vt:lpstr>
      <vt:lpstr>Wingdings 3</vt:lpstr>
      <vt:lpstr>Tw Cen MT Condensed</vt:lpstr>
      <vt:lpstr>Microsoft YaHei</vt:lpstr>
      <vt:lpstr>Arial Unicode MS</vt:lpstr>
      <vt:lpstr>Calibri</vt:lpstr>
      <vt:lpstr>Segoe UI Variable Small Semibold</vt:lpstr>
      <vt:lpstr>Segoe UI Variable Display Semilight</vt:lpstr>
      <vt:lpstr>Segoe UI Variable Display Semibold</vt:lpstr>
      <vt:lpstr>Segoe UI Variable Small Semilight</vt:lpstr>
      <vt:lpstr>Sylfaen</vt:lpstr>
      <vt:lpstr>Sitka Text</vt:lpstr>
      <vt:lpstr>Sitka Text Semibold</vt:lpstr>
      <vt:lpstr>Arial Black</vt:lpstr>
      <vt:lpstr>Snap ITC</vt:lpstr>
      <vt:lpstr>Integral</vt:lpstr>
      <vt:lpstr>JavaScript Project Presentation</vt:lpstr>
      <vt:lpstr>Introduction</vt:lpstr>
      <vt:lpstr>Objectives</vt:lpstr>
      <vt:lpstr>Problem Statement</vt:lpstr>
      <vt:lpstr>Tools &amp; Technologies Used</vt:lpstr>
      <vt:lpstr>System Design</vt:lpstr>
      <vt:lpstr>Module Description</vt:lpstr>
      <vt:lpstr>Core Logic &amp; Algorithm</vt:lpstr>
      <vt:lpstr>Implementation</vt:lpstr>
      <vt:lpstr>Output Screens</vt:lpstr>
      <vt:lpstr>Results &amp; Testing</vt:lpstr>
      <vt:lpstr>Conclusion &amp; Future Scope</vt:lpstr>
      <vt:lpstr>References / Acknowledgement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Aparna Loganathan</dc:creator>
  <dc:description>generated using python-pptx</dc:description>
  <cp:lastModifiedBy>Aparna Loganathan</cp:lastModifiedBy>
  <cp:revision>5</cp:revision>
  <dcterms:created xsi:type="dcterms:W3CDTF">2013-01-27T09:14:00Z</dcterms:created>
  <dcterms:modified xsi:type="dcterms:W3CDTF">2026-03-29T09:35:10Z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68C9060B20354D00BDD2D0C019458F1C_13</vt:lpwstr>
  </property>
</Properties>
</file>